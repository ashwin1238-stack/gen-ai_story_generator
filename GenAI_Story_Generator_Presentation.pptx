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GenAI Story Generator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Using Python &amp; Transformers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story generation using GPT-2.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Generate stories</a:t>
            </a:r>
          </a:p>
          <a:p>
            <a:r>
              <a:t>• Learn GenAI</a:t>
            </a:r>
          </a:p>
          <a:p>
            <a:r>
              <a:t>• NLP application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-&gt; Prompt -&gt; GPT-2 -&gt; Story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</a:t>
            </a:r>
          </a:p>
          <a:p>
            <a:r>
              <a:t>Transformers</a:t>
            </a:r>
          </a:p>
          <a:p>
            <a:r>
              <a:t>GPT-2</a:t>
            </a:r>
          </a:p>
          <a:p>
            <a:r>
              <a:t>Torch</a:t>
            </a:r>
          </a:p>
          <a:p>
            <a:r>
              <a:t>Jupyter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Input -&gt; Model -&gt; Output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pipeline('text-generation', model='gpt2')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Fast, dynamic, educational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OpenAI API, Streamlit, multilingual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